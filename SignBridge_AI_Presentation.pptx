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18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hand_as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6592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SignBridge 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Deep Learning ASL Recognition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PGA 47  |  Track 2: Machine Learning &amp; Deep Learning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&amp; Live Demo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Deaf and hard-of-hearing individuals communicate primarily in American Sign Language (ASL) — a complete, distinct language with its own grammar.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everyday settings, workplaces, and public services lack real-time interpretation support — and human interpreters remain expensive or unavailable on demand.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400800" cy="1737360"/>
          </a:xfrm>
          <a:prstGeom prst="roundRect">
            <a:avLst>
              <a:gd name="adj" fmla="val 5263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9" y="432236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45720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MediaPipe hand-landmark tracking and sequence-based deep learning now make lightweight, accessible sign-recognition tools genuinely feasible.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1371600"/>
            <a:ext cx="4297680" cy="489204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3524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763524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alphabet letters (fingerspelling)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35240" y="3520440"/>
            <a:ext cx="3657600" cy="0"/>
          </a:xfrm>
          <a:prstGeom prst="line">
            <a:avLst/>
          </a:prstGeom>
          <a:noFill/>
          <a:ln w="12700">
            <a:solidFill>
              <a:srgbClr val="3FA6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</a:t>
            </a:r>
            <a:endParaRPr lang="en-US" sz="5600" dirty="0"/>
          </a:p>
        </p:txBody>
      </p:sp>
      <p:sp>
        <p:nvSpPr>
          <p:cNvPr id="16" name="Text 13"/>
          <p:cNvSpPr/>
          <p:nvPr/>
        </p:nvSpPr>
        <p:spPr>
          <a:xfrm>
            <a:off x="7635240" y="4526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word-level signs (video, stretch goal)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35240" y="5166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Full-sentence translation with facial grammar is explicitly out of scope.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176707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MNIST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37360" y="2121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datamunge/sign-language-mnist (Kaggle)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 hand-gesture CSV dataset covering 24 static ASL alphabet letters (J and Z excluded — they require motion).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4652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998" y="1767078"/>
            <a:ext cx="534924" cy="534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6916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WLASL Processed Mirror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121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risangbaskoro/wlasl-processed (Kaggle)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766560" y="2697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Pre-processed video mirror of the Word-Level ASL dataset, filtered to 25–30 target word glosses for the stretch-goal model.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Recognition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26151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6324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56616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9" name="Shape 6"/>
          <p:cNvSpPr/>
          <p:nvPr/>
        </p:nvSpPr>
        <p:spPr>
          <a:xfrm>
            <a:off x="429768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hand_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615184"/>
            <a:ext cx="713232" cy="713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4360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644652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14" name="Shape 10"/>
          <p:cNvSpPr/>
          <p:nvPr/>
        </p:nvSpPr>
        <p:spPr>
          <a:xfrm>
            <a:off x="7178040" y="25146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/home/claude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61518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82396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932688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5840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615184"/>
            <a:ext cx="713232" cy="7132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Text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8580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extracts 21 hand keypoints (x, y, z) per frame — a lightweight, camera- and lighting-invariant representation that feeds directly into the classifier.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5623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tracks: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Pixel CNN on Sign MNIST images     ② Landmark-based classifier on live webcam data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Approaches: Pixels vs. Landmarks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Pixel CNN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 image crop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MNIST (benchmark)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44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(dataset has known train/test leakage)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3035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5596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Struggled on live webcam — crop distortion, lighting, camera domain gap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32588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737360"/>
            <a:ext cx="534924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3258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Landmark Classifier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2148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24414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hand keypoints (63-dim vector)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004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Self-collected webcam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544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Wrist-relative + scale-invariant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53035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5596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exact conditions it's demoed in — closes the domain gap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Challenges We Solved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local demo surfaced real, non-trivial ML-engineering problems: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077060"/>
            <a:ext cx="463601" cy="463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395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MediaPipe, and OpenCV each required incompatible NumPy/protobuf versions — resolved by pinning a fully compatible version 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2077060"/>
            <a:ext cx="463601" cy="4636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78040" y="2395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MediaPipe release silently dropped the legacy Hands API — fixed by pinning to a known-stable release.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363060"/>
            <a:ext cx="463601" cy="4636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leakage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00200" y="4681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MNIST's perfect test-set F1 score reflects known image leakage, not real-world accuracy — flagged honestly rather than overclaimed.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297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180" y="4363060"/>
            <a:ext cx="463601" cy="4636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78040" y="4681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on clean benchmark images underperformed on live webcam frames — motivated the shift to a landmark-based model.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453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95628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(Sign MNIST + WLASL)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144000" y="15544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0" y="15544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6771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39572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244602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6771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on static alphabet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144000" y="2404872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0" y="240487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11810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246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2964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1810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hand-tracking integrated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9144000" y="3255264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0" y="325526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6849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22" name="Shape 17"/>
          <p:cNvSpPr/>
          <p:nvPr/>
        </p:nvSpPr>
        <p:spPr>
          <a:xfrm>
            <a:off x="713232" y="40965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146804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968496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webcam demo running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9144000" y="410565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0" y="41056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81888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28" name="Shape 22"/>
          <p:cNvSpPr/>
          <p:nvPr/>
        </p:nvSpPr>
        <p:spPr>
          <a:xfrm>
            <a:off x="713232" y="49469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/home/claude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997196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81888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Landmark-based classifier (real-world accuracy)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9144000" y="495604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2" name="Text 25"/>
          <p:cNvSpPr/>
          <p:nvPr/>
        </p:nvSpPr>
        <p:spPr>
          <a:xfrm>
            <a:off x="9144000" y="49560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56692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34" name="Shape 27"/>
          <p:cNvSpPr/>
          <p:nvPr/>
        </p:nvSpPr>
        <p:spPr>
          <a:xfrm>
            <a:off x="713232" y="5797296"/>
            <a:ext cx="457200" cy="457200"/>
          </a:xfrm>
          <a:prstGeom prst="ellipse">
            <a:avLst/>
          </a:prstGeom>
          <a:solidFill>
            <a:srgbClr val="5A716E"/>
          </a:solidFill>
          <a:ln/>
        </p:spPr>
      </p:sp>
      <p:pic>
        <p:nvPicPr>
          <p:cNvPr id="35" name="Image 5" descr="/home/claude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5847588"/>
            <a:ext cx="356616" cy="35661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371600" y="566928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LSTM (stretch goal)</a:t>
            </a:r>
            <a:endParaRPr lang="en-US" sz="1450" dirty="0"/>
          </a:p>
        </p:txBody>
      </p:sp>
      <p:sp>
        <p:nvSpPr>
          <p:cNvPr id="37" name="Shape 29"/>
          <p:cNvSpPr/>
          <p:nvPr/>
        </p:nvSpPr>
        <p:spPr>
          <a:xfrm>
            <a:off x="9144000" y="58064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5A716E"/>
          </a:solidFill>
          <a:ln/>
        </p:spPr>
      </p:sp>
      <p:sp>
        <p:nvSpPr>
          <p:cNvPr id="38" name="Text 30"/>
          <p:cNvSpPr/>
          <p:nvPr/>
        </p:nvSpPr>
        <p:spPr>
          <a:xfrm>
            <a:off x="9144000" y="58064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6" y="1873606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for the static alphabet and a landmark-based model tuned for real webcam conditions.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9" name="Shape 6"/>
          <p:cNvSpPr/>
          <p:nvPr/>
        </p:nvSpPr>
        <p:spPr>
          <a:xfrm>
            <a:off x="573786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386" y="1873606"/>
            <a:ext cx="641909" cy="6419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(Random Forest/SVM on landmarks) vs. deep sequence models — with honest, documented limitations.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14" name="Shape 10"/>
          <p:cNvSpPr/>
          <p:nvPr/>
        </p:nvSpPr>
        <p:spPr>
          <a:xfrm>
            <a:off x="953262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146" y="1873606"/>
            <a:ext cx="641909" cy="6419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demo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Streamlit app with webcam sign recognition, landmark overlay, and real-time text output.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1472641"/>
            <a:ext cx="392278" cy="392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89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leakage in Sign MNIST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7830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train/test image overlap inflates benchmark scores — real accuracy is measured on live webcam data instead, not the leaked test split.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2679649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968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&amp; lighting variation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9900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via MediaPipe's normalized landmark coordinates, which are invariant to skin tone, background, and lighting.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3886657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039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419709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lightweight 63-value coordinate arrays instead of raw pixels keeps inference fast enough for live use.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5093665"/>
            <a:ext cx="392278" cy="392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Static-only scope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54041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and Z require motion and are out of scope for the alphabet model; word-level motion is handled separately (stretch goal).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hand_as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730606"/>
            <a:ext cx="641909" cy="64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SignBridge AI combines strong technical depth — CNN, MediaPipe landmarks, and a real-time classifier pipeline — with genuine engineering rigor: honest benchmarking, documented limitations, and a working live demo, not just a benchmark score.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F3A4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webcam landmark data  →  train &amp; validate classifier  →  polish demo UI  →  final presentation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RANJAN KUMAR DWIVEDY</cp:lastModifiedBy>
  <cp:revision>2</cp:revision>
  <dcterms:created xsi:type="dcterms:W3CDTF">2026-08-23T20:31:44Z</dcterms:created>
  <dcterms:modified xsi:type="dcterms:W3CDTF">2026-08-31T18:58:42Z</dcterms:modified>
</cp:coreProperties>
</file>