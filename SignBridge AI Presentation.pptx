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18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SignBridge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 Learning ASL Recognition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PGA 47  |  Track 2: Machine Learning &amp; Deep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Live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Deaf and hard-of-hearing individuals communicate primarily in American Sign Language (ASL) — a complete, distinct language with its own grammar.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everyday settings, workplaces, and public services lack real-time interpretation support — and human interpreters remain expensive or unavailable on demand.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9" y="432236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45720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MediaPipe hand-landmark tracking and sequence-based deep learning now make lightweight, accessible sign-recognition tools genuinely feasible.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1371600"/>
            <a:ext cx="4297680" cy="489204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352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763524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alphabet letters (fingerspelling)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35240" y="3520440"/>
            <a:ext cx="365760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7635240" y="4526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word-level signs (video, stretch goal)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5166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Full-sentence translation with facial grammar is explicitly out of scope.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176707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datamunge/sign-language-mnist (Kaggle)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hand-gesture CSV dataset covering 24 static ASL alphabet letters (J and Z excluded — they require motion).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4652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98" y="176707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WLASL Processed Mirror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risangbaskoro/wlasl-processed (Kaggle)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76656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video mirror of the Word-Level ASL dataset, filtered to 25–30 target word glosses for the stretch-goal model.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Recognition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6151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6324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56616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hand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61518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44652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8040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61518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82396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932688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5840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615184"/>
            <a:ext cx="713232" cy="7132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21 hand keypoints (x, y, z) per frame — a lightweight, camera- and lighting-invariant representation that feeds directly into the classifier.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tracks: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Pixel CNN on Sign MNIST images     ② Landmark-based classifier on live webcam data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Approaches: Pixels vs. Landmarks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Pixel CNN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image crop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 (benchmark)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(dataset has known train/test leakage)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on live webcam — crop distortion, lighting, camera domain gap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737360"/>
            <a:ext cx="53492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Landmark Classifier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keypoints (63-dim vector)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webcam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+ scale-invariant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exact conditions it's demoed in — closes the domain gap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Challenges We Solved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local demo surfaced real, non-trivial ML-engineering problems: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77060"/>
            <a:ext cx="463601" cy="463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MediaPipe, and OpenCV each required incompatible NumPy/protobuf versions — resolved by pinning a fully compatible version 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07706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MediaPipe release silently dropped the legacy Hands API — fixed by pinning to a known-stable release.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363060"/>
            <a:ext cx="463601" cy="4636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MNIST's perfect test-set F1 score reflects known image leakage, not real-world accuracy — flagged honestly rather than overclaimed.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4363060"/>
            <a:ext cx="463601" cy="4636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clean benchmark images underperformed on live webcam frames — motivated the shift to a landmark-based model.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45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95628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(Sign MNIST + WLASL)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144000" y="15544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0" y="15544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677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3957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244602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6771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on static alphabet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144000" y="2404872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24048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11810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246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2964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1810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hand-tracking integrated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9144000" y="3255264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0" y="32552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6849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" y="4096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146804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9684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webcam demo running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9144000" y="410565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0" y="41056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8188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8" name="Shape 22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997196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81888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Landmark-based classifier (real-world accuracy)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9144000" y="495604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2" name="Text 25"/>
          <p:cNvSpPr/>
          <p:nvPr/>
        </p:nvSpPr>
        <p:spPr>
          <a:xfrm>
            <a:off x="9144000" y="49560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56692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34" name="Shape 27"/>
          <p:cNvSpPr/>
          <p:nvPr/>
        </p:nvSpPr>
        <p:spPr>
          <a:xfrm>
            <a:off x="713232" y="5797296"/>
            <a:ext cx="457200" cy="457200"/>
          </a:xfrm>
          <a:prstGeom prst="ellipse">
            <a:avLst/>
          </a:prstGeom>
          <a:solidFill>
            <a:srgbClr val="5A716E"/>
          </a:solidFill>
          <a:ln/>
        </p:spPr>
      </p:sp>
      <p:pic>
        <p:nvPicPr>
          <p:cNvPr id="35" name="Image 5" descr="/home/claude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847588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71600" y="566928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LSTM (stretch goal)</a:t>
            </a:r>
            <a:endParaRPr lang="en-US" sz="1450" dirty="0"/>
          </a:p>
        </p:txBody>
      </p:sp>
      <p:sp>
        <p:nvSpPr>
          <p:cNvPr id="37" name="Shape 29"/>
          <p:cNvSpPr/>
          <p:nvPr/>
        </p:nvSpPr>
        <p:spPr>
          <a:xfrm>
            <a:off x="9144000" y="58064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5A716E"/>
          </a:solidFill>
          <a:ln/>
        </p:spPr>
      </p:sp>
      <p:sp>
        <p:nvSpPr>
          <p:cNvPr id="38" name="Text 30"/>
          <p:cNvSpPr/>
          <p:nvPr/>
        </p:nvSpPr>
        <p:spPr>
          <a:xfrm>
            <a:off x="9144000" y="5806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6" y="1873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for the static alphabet and a landmark-based model tuned for real webcam conditions.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86" y="1873606"/>
            <a:ext cx="641909" cy="6419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(Random Forest/SVM on landmarks) vs. deep sequence models — with honest, documented limitations.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62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46" y="1873606"/>
            <a:ext cx="641909" cy="6419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Streamlit app with webcam sign recognition, landmark overlay, and real-time text output.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 in Sign MNIST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train/test image overlap inflates benchmark scores — real accuracy is measured on live webcam data instead, not the leaked test split.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&amp; lighting variation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MediaPipe's normalized landmark coordinates, which are invariant to skin tone, background, and lighting.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lightweight 63-value coordinate arrays instead of raw pixels keeps inference fast enough for live use.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Static-only scope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and Z require motion and are out of scope for the alphabet model; word-level motion is handled separately (stretch goal).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AI combines strong technical depth — CNN, MediaPipe landmarks, and a real-time classifier pipeline — with genuine engineering rigor: honest benchmarking, documented limitations, and a working live demo, not just a benchmark score.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F3A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alphabet recognition, delivered live  →  known limitations documented  →  next: word-level sequence recognition (LSTM)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Issues: Confusable Letters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Fist-shape letter cluster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E, M, N, S, and T are all closed-fist shapes in ASL, differing mainly by subtle thumb placement — a genuinely hard cluster for any classifier to separate.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live confusions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sometimes detected as M; S is sometimes detected as E or M — the model occasionally mistakes one closed-fist letter for another within this cluster.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F1 is a perfect 1.00 — this is a live-generalization gap, not a training data gap, likely tied to thumb-position noise in monocular webcam depth tracking.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today's demo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letters are excluded from today's live demo. The other 18 — B, C, D, F, G, H, I, K, L, O, P, Q, R, U, V, W, X, Y — recognize reliably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Work: Word-Level Recognition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poses to motion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classifier reads one frame at a time. Words like "hello" or "thank you" are defined by hand motion over time, not a single pose — a fundamentally different modeling problem.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landmark sequences + LSTM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MediaPipe landmark extraction, but capture one sequence per sign instead of one frame — padded to a fixed length and fed into an LSTM/GRU that models the motion, not a per-frame Random Forest.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UX: push-to-sign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key while performing the sign, release to classify the buffered sequence — sidesteps the much harder problem of automatically detecting when a sign starts and ends.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vocabulary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original proposal's stretch goal: 25-30 common word-level signs such as hello, thank you, yes, no, and please.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RANJAN KUMAR DWIVEDY</cp:lastModifiedBy>
  <cp:revision>2</cp:revision>
  <dcterms:created xsi:type="dcterms:W3CDTF">2026-08-23T20:31:44Z</dcterms:created>
  <dcterms:modified xsi:type="dcterms:W3CDTF">2026-08-31T18:58:42Z</dcterms:modified>
</cp:coreProperties>
</file>